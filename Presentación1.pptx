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80376-535A-A64C-9D47-12C35B406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E89B41-AED3-C73B-7430-F007DFBC54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3364A-5B68-B24C-8D8A-5BA4E2CF4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5FCA943-1600-9FC5-7B86-B3D7D8F8F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759477-15C7-5D38-6EF8-AE8C60D0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483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DE1176-9762-944E-F7EB-BC121C29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78E549-DF99-6E06-0B53-E8B83D7BD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7E662F-EE62-F2CF-9D8E-4CF6165BA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B48760-1670-6F79-FBBF-A21F4305C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FA7688-19A8-E6F1-964C-CE58F510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4596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2504B1-4814-89C2-E99F-ABBA16451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040F18-907C-61A7-0455-57D468F35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61E79C-E66E-7915-D25C-C925437A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837026-40E9-2EAD-4A41-9EEC7655E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03896D-2DDF-ADAD-6378-93F2EA11B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13718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40BAF6-95F2-ED61-077C-10D5B595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18FD95-762C-5BDB-0593-355FEC793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411C6B-37CF-65BF-80AC-8061372C1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A3829B4-B922-971C-EBF7-DA41FD83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0306CB8-6518-6478-F6D7-9EBAAC90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AB374D-9BF6-B74D-C5C2-934C4D2F7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5244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882080-72E6-C766-9E4D-5D1BA14CC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7D8CF90-5313-2DAA-AE3E-29FF6B526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D8D3E0-E3B8-2C7F-7A03-6F3301F09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CE2E43-7683-39F8-0EF2-EDC046788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5CC5448-7448-09C8-4594-8797F60E5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180A467-BECB-676C-A1F6-4C5FEE51B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AF803B9-D97D-20AF-9FCB-FE0A472D1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DFAC14-90C3-8E9D-8230-5DAD1CD8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2787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8A41E-4E09-5CB8-6F30-51046B547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68053B-7980-4E75-C7BE-7F0313A1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EB3313B-33B3-255E-5294-6A7FB7C3E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5CF8957-9D5D-9817-CE46-BFA386755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748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4CA1CB7-0865-1EAF-C322-56FDD5B06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221FCA3-01F2-B68B-D6A5-0F866C534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D3E7C5-25DF-B3B1-701F-862FA8FA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7916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92605-4586-B88F-9C95-7A25B9D49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5C183-1CA8-CBE1-0226-5AF91848A8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D1143A1-B886-40ED-49F4-CB1BF033FB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0AFEB2-85DD-564E-165F-273A4FF99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7E294F-C573-82F4-000F-9A625C503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4DC6D8-DD8C-BF5A-47DD-1AA82A0E6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2307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351D8E-059D-AFBD-4F70-61A7668D3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B3A3F2-E394-00CE-A15B-07CCD579E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D427D2-E2EE-03B1-1866-AF37FCDDB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6D49B0-70E5-D475-9D25-BED3A7722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CCC2BE-78AC-6948-14E5-7A66B8DA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051B90-EB47-34E0-7CFB-E104CB98C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3150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CA904D-EEC6-E0C4-8628-93A48980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645D73-A480-D9AF-7D2B-D5464183E4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A9464A-292C-92DC-688F-B047EDF6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5B00579-323B-DEE4-972D-8ECE88F3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BDE626-6B77-AFE8-F139-444EE04E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22332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2FE576-E183-5F6F-91CC-88FA56EF0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20E7D9-0408-B181-FF6D-E66254EBA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7BEB89-E786-4AF7-EB31-2F82E3FBFA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D2F7CCB-3072-366A-0025-7260EA38D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B65330-0380-DEC6-35CF-779C511AC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5795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281AA3-CF72-562E-4AB4-F304B014D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018F3F-BE21-4C84-DDCA-0C1414E20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05100F-57FE-7D26-CAB2-1703B69E6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4008BD-C0C0-412D-A2B6-9F3D635FE041}" type="datetimeFigureOut">
              <a:rPr lang="es-CO" smtClean="0"/>
              <a:t>14/11/2025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DFEC8C0-FE36-5270-7280-94BCACBB92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AE9745-127A-243A-3ED9-A0AB2DF51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F8038-ED5E-4648-B203-F71AEDB2EC2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8298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E196FC-5096-A831-5DA9-AF86CC540B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574C15-537A-4BEC-70B6-DD9F270E55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95FC9C-F559-F4F9-8F33-698D3634B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60" y="2089448"/>
            <a:ext cx="10806151" cy="188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98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EA64D-B427-E4D9-4946-980BF9CDA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2485323-F922-894A-D629-FE6A113DDC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7331" y="2887579"/>
            <a:ext cx="10467419" cy="1567700"/>
          </a:xfrm>
        </p:spPr>
      </p:pic>
    </p:spTree>
    <p:extLst>
      <p:ext uri="{BB962C8B-B14F-4D97-AF65-F5344CB8AC3E}">
        <p14:creationId xmlns:p14="http://schemas.microsoft.com/office/powerpoint/2010/main" val="305940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44CA58-66D3-0B8C-7A16-1B553D077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D1A2E7A-F46F-C414-F3A8-3CB645FD6F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52403"/>
            <a:ext cx="10337020" cy="1753194"/>
          </a:xfrm>
        </p:spPr>
      </p:pic>
    </p:spTree>
    <p:extLst>
      <p:ext uri="{BB962C8B-B14F-4D97-AF65-F5344CB8AC3E}">
        <p14:creationId xmlns:p14="http://schemas.microsoft.com/office/powerpoint/2010/main" val="3458264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1DD71-FFA4-4BB7-52E7-2586CCD0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1100E14-C289-9D6C-3804-941E00804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78789" y="2245895"/>
            <a:ext cx="7946687" cy="2110839"/>
          </a:xfrm>
        </p:spPr>
      </p:pic>
    </p:spTree>
    <p:extLst>
      <p:ext uri="{BB962C8B-B14F-4D97-AF65-F5344CB8AC3E}">
        <p14:creationId xmlns:p14="http://schemas.microsoft.com/office/powerpoint/2010/main" val="3640292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D5D3B5-8183-D4D6-47EB-783A07B68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FA177A-14CF-F97C-523C-1AE1CAF438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9182" y="1955889"/>
            <a:ext cx="8758158" cy="2552379"/>
          </a:xfrm>
        </p:spPr>
      </p:pic>
    </p:spTree>
    <p:extLst>
      <p:ext uri="{BB962C8B-B14F-4D97-AF65-F5344CB8AC3E}">
        <p14:creationId xmlns:p14="http://schemas.microsoft.com/office/powerpoint/2010/main" val="3697327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AB315-AD93-D2FF-1ADE-C1E081BA0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011F388-F7CF-3C40-2D0D-FF1B82731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365" y="2913357"/>
            <a:ext cx="9884089" cy="1325563"/>
          </a:xfrm>
        </p:spPr>
      </p:pic>
    </p:spTree>
    <p:extLst>
      <p:ext uri="{BB962C8B-B14F-4D97-AF65-F5344CB8AC3E}">
        <p14:creationId xmlns:p14="http://schemas.microsoft.com/office/powerpoint/2010/main" val="2345598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5C3361-2EE2-8522-2513-5F438315B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25A9FFD-9375-A485-CF33-21048F0990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3187" y="2865114"/>
            <a:ext cx="10805626" cy="1127771"/>
          </a:xfrm>
        </p:spPr>
      </p:pic>
    </p:spTree>
    <p:extLst>
      <p:ext uri="{BB962C8B-B14F-4D97-AF65-F5344CB8AC3E}">
        <p14:creationId xmlns:p14="http://schemas.microsoft.com/office/powerpoint/2010/main" val="27266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E8EA11-9F9E-4080-4584-6B6D087FC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24A14C4-4BEA-2FB0-2847-1BA8B6CC5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3925" y="2277979"/>
            <a:ext cx="9437684" cy="2771572"/>
          </a:xfrm>
        </p:spPr>
      </p:pic>
    </p:spTree>
    <p:extLst>
      <p:ext uri="{BB962C8B-B14F-4D97-AF65-F5344CB8AC3E}">
        <p14:creationId xmlns:p14="http://schemas.microsoft.com/office/powerpoint/2010/main" val="7178180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8333B-D3E5-0463-462C-431BE3855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9654FE1-3443-0289-26E4-BFD16723D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2674" y="160848"/>
            <a:ext cx="7106652" cy="6825489"/>
          </a:xfrm>
        </p:spPr>
      </p:pic>
    </p:spTree>
    <p:extLst>
      <p:ext uri="{BB962C8B-B14F-4D97-AF65-F5344CB8AC3E}">
        <p14:creationId xmlns:p14="http://schemas.microsoft.com/office/powerpoint/2010/main" val="1197990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1A2D6-C383-1793-BC3F-287BB9A76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8274976-0721-890C-84B8-04F96860E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820" y="2880817"/>
            <a:ext cx="8256359" cy="1325562"/>
          </a:xfrm>
        </p:spPr>
      </p:pic>
    </p:spTree>
    <p:extLst>
      <p:ext uri="{BB962C8B-B14F-4D97-AF65-F5344CB8AC3E}">
        <p14:creationId xmlns:p14="http://schemas.microsoft.com/office/powerpoint/2010/main" val="1887971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17AF0F-9005-F5A0-A360-223F78C4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20CEA1C-E241-6147-4319-C9B53CD9D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0702" y="2766218"/>
            <a:ext cx="8724616" cy="1325563"/>
          </a:xfrm>
        </p:spPr>
      </p:pic>
    </p:spTree>
    <p:extLst>
      <p:ext uri="{BB962C8B-B14F-4D97-AF65-F5344CB8AC3E}">
        <p14:creationId xmlns:p14="http://schemas.microsoft.com/office/powerpoint/2010/main" val="2132952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61019-71E4-7B40-5DD9-806E3B45B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B30D7E-0030-CBBD-3ACB-73BA863022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365" y="3009153"/>
            <a:ext cx="8559344" cy="1325562"/>
          </a:xfrm>
        </p:spPr>
      </p:pic>
    </p:spTree>
    <p:extLst>
      <p:ext uri="{BB962C8B-B14F-4D97-AF65-F5344CB8AC3E}">
        <p14:creationId xmlns:p14="http://schemas.microsoft.com/office/powerpoint/2010/main" val="1220246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06B3F-9727-1857-C53C-F65C6BE84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8B24F61-8578-AFF7-21DA-1F47B69779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0721" y="2438400"/>
            <a:ext cx="9830557" cy="2493052"/>
          </a:xfrm>
        </p:spPr>
      </p:pic>
    </p:spTree>
    <p:extLst>
      <p:ext uri="{BB962C8B-B14F-4D97-AF65-F5344CB8AC3E}">
        <p14:creationId xmlns:p14="http://schemas.microsoft.com/office/powerpoint/2010/main" val="38181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425331-D44E-7283-CB18-3AE2B1C2C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578DA74-34BD-C94E-5986-8D71F9B04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560" y="3067299"/>
            <a:ext cx="8705566" cy="1416653"/>
          </a:xfrm>
        </p:spPr>
      </p:pic>
    </p:spTree>
    <p:extLst>
      <p:ext uri="{BB962C8B-B14F-4D97-AF65-F5344CB8AC3E}">
        <p14:creationId xmlns:p14="http://schemas.microsoft.com/office/powerpoint/2010/main" val="4111697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CCCCFA-F884-2D7D-991A-75C8051B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EE5CAA2-C797-E438-FCC6-B6AEA8CF9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285" y="2614862"/>
            <a:ext cx="7389839" cy="1936937"/>
          </a:xfrm>
        </p:spPr>
      </p:pic>
    </p:spTree>
    <p:extLst>
      <p:ext uri="{BB962C8B-B14F-4D97-AF65-F5344CB8AC3E}">
        <p14:creationId xmlns:p14="http://schemas.microsoft.com/office/powerpoint/2010/main" val="4158274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36C01-1E75-0160-C99E-781F9729E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2BF7150-A48F-E469-8544-C3245DC01B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3935" y="3265722"/>
            <a:ext cx="8180088" cy="1020104"/>
          </a:xfrm>
        </p:spPr>
      </p:pic>
    </p:spTree>
    <p:extLst>
      <p:ext uri="{BB962C8B-B14F-4D97-AF65-F5344CB8AC3E}">
        <p14:creationId xmlns:p14="http://schemas.microsoft.com/office/powerpoint/2010/main" val="667265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C25A6-32CC-FF96-B34B-84E04D8BF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28614E3-C0C1-6D98-F109-9B56958888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6316" y="2376300"/>
            <a:ext cx="8147891" cy="2105399"/>
          </a:xfrm>
        </p:spPr>
      </p:pic>
    </p:spTree>
    <p:extLst>
      <p:ext uri="{BB962C8B-B14F-4D97-AF65-F5344CB8AC3E}">
        <p14:creationId xmlns:p14="http://schemas.microsoft.com/office/powerpoint/2010/main" val="365711728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Panorámica</PresentationFormat>
  <Paragraphs>0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CSU22-AINF</dc:creator>
  <cp:lastModifiedBy>CSU22-AINF</cp:lastModifiedBy>
  <cp:revision>1</cp:revision>
  <dcterms:created xsi:type="dcterms:W3CDTF">2025-11-14T15:38:55Z</dcterms:created>
  <dcterms:modified xsi:type="dcterms:W3CDTF">2025-11-14T15:42:05Z</dcterms:modified>
</cp:coreProperties>
</file>